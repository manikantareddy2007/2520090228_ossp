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6" d="100"/>
          <a:sy n="46" d="100"/>
        </p:scale>
        <p:origin x="-1638" y="-10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(tasks/sec)</c:v>
                </c:pt>
              </c:strCache>
            </c:strRef>
          </c:tx>
          <c:spPr>
            <a:solidFill>
              <a:srgbClr val="1F4D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Thread-per-task</c:v>
                </c:pt>
                <c:pt idx="1">
                  <c:v>Pool: 2</c:v>
                </c:pt>
                <c:pt idx="2">
                  <c:v>Pool: 4</c:v>
                </c:pt>
                <c:pt idx="3">
                  <c:v>Pool: 8</c:v>
                </c:pt>
                <c:pt idx="4">
                  <c:v>Pool: 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6100</c:v>
                </c:pt>
                <c:pt idx="2">
                  <c:v>11800</c:v>
                </c:pt>
                <c:pt idx="3">
                  <c:v>13500</c:v>
                </c:pt>
                <c:pt idx="4">
                  <c:v>13100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6175616"/>
        <c:axId val="136177152"/>
      </c:barChart>
      <c:catAx>
        <c:axId val="136175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136177152"/>
        <c:crosses val="autoZero"/>
        <c:auto val="1"/>
        <c:lblAlgn val="ctr"/>
        <c:lblOffset val="100"/>
        <c:noMultiLvlLbl val="1"/>
      </c:catAx>
      <c:valAx>
        <c:axId val="1361771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DF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136175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1B569-5D24-4333-8A24-3915CC52ADA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E135-1318-4CB3-87F2-EF3F36878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D45"/>
                </a:solidFill>
              </a:rPr>
              <a:t>K L (DEEMED TO BE) UNIVERSITY  /  COMPUTER SCIENCE &amp; ENGINEERING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1F2937"/>
                </a:solidFill>
              </a:rPr>
              <a:t>Thread Pool Based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1F2937"/>
                </a:solidFill>
              </a:rPr>
              <a:t>Task Processing System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6B7280"/>
                </a:solidFill>
              </a:rPr>
              <a:t>A bounded, adaptive and observable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B7280"/>
                </a:solidFill>
              </a:rPr>
              <a:t>concurrent task execution system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892D"/>
                </a:solidFill>
              </a:rPr>
              <a:t>PROJECT TEAM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 Hema Manikanta Kumar Reddy  ·  2520090228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 Venkata Siddartha  ·  2520090187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 Sanjay  ·  2520090133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892D"/>
                </a:solidFill>
              </a:rPr>
              <a:t>FACULTY GUIDE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 smtClean="0"/>
              <a:t>Raghupathi</a:t>
            </a:r>
            <a:r>
              <a:rPr lang="en-US" sz="1700" smtClean="0"/>
              <a:t> 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OSSP  ·  Batch 16  ·  Section 12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Hyderabad  ·  Academic Year 2026–2027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01 / PROJECT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 practical application of concurrency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system that executes many small tasks on a fixed set of reusable threads.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38528"/>
            <a:ext cx="64008" cy="19751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THE NEED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Creating a new thread for every task is costly and unsafe under heavy load.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7784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938528"/>
            <a:ext cx="64008" cy="197510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2104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THE APPROACH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42104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 bounded pool of reusable worker threads pulls tasks from a shared queue.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5488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1938528"/>
            <a:ext cx="64008" cy="19751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9808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THE OUTCOME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Higher throughput, stable memory and live metrics for every task.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D45"/>
                </a:solidFill>
              </a:rPr>
              <a:t>Core principle: reuse threads, bound the queue, and keep every task observable.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029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Useful for servers, batch jobs, pipelines and students learning concurrency.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02 / PROBLEM STATEMENT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Thread-per-task does not scale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Creating a new thread for every task wastes resources and collapses under heavy load.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38528"/>
            <a:ext cx="64008" cy="19751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01  HIGH OVERHEAD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Thread creation and teardown per request can cost more than the work itself.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7784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938528"/>
            <a:ext cx="64008" cy="197510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2104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02  RESOURCE EXHAUSTION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42104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Unbounded threads drain memory and cause heavy context switching.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5488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1938528"/>
            <a:ext cx="64008" cy="19751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9808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03  NO CONTROL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No back-pressure, and little visibility into task state or failures.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D45"/>
                </a:solidFill>
              </a:rPr>
              <a:t>Problem statement: executing every task on a new thread cannot handle bursts of load safely.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03 / PROBLEM DEFINITION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Define what the system must do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Design a thread pool that runs tasks asynchronously on a fixed, reusable set of worker threads.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38528"/>
            <a:ext cx="64008" cy="19751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SCOPE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Task submission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Bounded queue and workers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Results and 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7784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938528"/>
            <a:ext cx="64008" cy="197510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2104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42104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Higher throughput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Stable memory under load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Clean shutdown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5488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1938528"/>
            <a:ext cx="64008" cy="19751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9808" y="19933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CONSTRAINTS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233172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Thread-safe by design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Configurable pool size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No lost or duplicate tasks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D45"/>
                </a:solidFill>
              </a:rPr>
              <a:t>Problem definition: build a bounded, observable pool that stays safe while tasks run concurrently.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04 / NOVELTY &amp; INNOVATION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Innovation through thoughtful engineering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project adds practical features on top of the basic thread pool idea.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3172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17465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ADAPTIVE POOL SIZING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Workers scale between a minimum and maximum based on queue depth, then shrink when idle.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1636" y="1783080"/>
            <a:ext cx="53172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892808"/>
            <a:ext cx="64008" cy="174650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956" y="194767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PRIORITY QUEUE WITH AGING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228600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High-priority tasks run first; waiting time raises priority to prevent starvation.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53172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87368"/>
            <a:ext cx="64008" cy="17465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422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PLUGGABLE REJECTION POLICIES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48056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Block, caller-runs, drop-oldest or reject, chosen per workload.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1636" y="3977640"/>
            <a:ext cx="53172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1636" y="4087368"/>
            <a:ext cx="64008" cy="174650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05956" y="41422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BUILT-IN OBSERVABILITY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05956" y="448056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Live metrics for queue depth, active threads, throughput and task latency.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521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Novelty is based on the documented design, not a claim of being the first such 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05 / OS CONCEPTS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Operating-system ideas in action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project makes concurrency and synchronization visible in a real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THREADS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Worker threads share process resources and run tasks in parallel.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7784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89280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2104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MUTUAL EXCLUSION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42104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Locks protect the task queue and shared counters.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5488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189280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9808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CONDITION VARIABLE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Idle workers wait efficiently until tasks arrive or shutdown begins.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13308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ATOMIC STATE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Atomic flags and counters track running state and metrics.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67784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7784" y="413308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42104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PRODUCER-CONSUMER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42104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Clients produce tasks; workers consume them from a bounded queue.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5488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5488" y="413308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9808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THREAD LIFECYCLE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69808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Owned threads are started, reused and joined during clean shutdown.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06 / ARCHITECTURE DESIGN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 modular pipeline with clear responsibilities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Submission, queueing, pool management and result handling are separated.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74066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TASK SUBMISSION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Tasks are submitted by users or applications.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90088"/>
            <a:ext cx="64008" cy="74066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0449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TASK QUEUE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383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Stores pending tasks until workers become available.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87368"/>
            <a:ext cx="64008" cy="74066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422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THREAD POOL MANAGER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4805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Allocates tasks to available worker threads (Worker 1 to N).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184648"/>
            <a:ext cx="64008" cy="74066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2395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RESULT AND STATUS MANAGER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77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Records task results, completion status and failures.</a:t>
            </a:r>
            <a:endParaRPr lang="en-US" sz="1300" dirty="0"/>
          </a:p>
        </p:txBody>
      </p:sp>
      <p:pic>
        <p:nvPicPr>
          <p:cNvPr id="25" name="Image 0" descr="Architecture diagram: task submission, task queue, thread pool manager with workers, result and status mana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4480560" cy="374904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Figure: system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07 / WORKFLOW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From task submission to result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Producers submit work and the pool executes it independently.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2316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Submit task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58414" y="192024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1294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41294" y="242316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Enqueue (bounded)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76749" y="192024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9629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59629" y="242316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Apply rejection policy if full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95083" y="192024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7963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77963" y="242316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Worker takes task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13418" y="192024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6298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96298" y="242316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Execute task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0690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Capture result or error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58414" y="356616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41294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41294" y="40690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Update metrics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76749" y="356616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59629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08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59629" y="40690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Scale pool if needed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95083" y="356616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77963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09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77963" y="40690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Read result via Future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513418" y="356616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96298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92D"/>
                </a:solidFill>
              </a:rPr>
              <a:t>10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696298" y="40690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Graceful shutdown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3949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On shutdown the pool finishes or discards queued tasks and joins all owned threads.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08 / IMPLEMENTATION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Implementation choices that matter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Focused engineering details behind the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TASK QUEUE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Bounded, thread-safe blocking queue gives back-pressure.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7784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89280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2104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WORKERS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42104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Each worker loops: take a task, run it, report the result.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5488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189280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9808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REJECTION POLICIES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Overflow is handled by block, caller-runs, drop-oldest or reject.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13308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ADAPTIVE SCALING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The manager grows or shrinks the pool using queue depth.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67784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7784" y="413308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42104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SHUTDOWN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42104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Graceful and immediate modes; all owned threads are joined.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5488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5488" y="413308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9808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BUILD &amp; TEST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69808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Maven build with JUnit 5 tests and JMH benchmarks.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09 / TECHNOLOGIES USED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Tools and technologies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Standard, well-supported tools for concurrency, testing and monitoring.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LANGUAGE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Java 17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7784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89280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2104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CONCURRENCY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42104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java.util.concurrent, locks and atomics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5488" y="17830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189280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9808" y="194767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TESTING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228600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JUnit 5 and Mockito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13308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BENCHMARKING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JMH micro-benchmarks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67784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7784" y="4133088"/>
            <a:ext cx="64008" cy="17922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42104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42104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JMX and VisualVM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5488" y="402336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5488" y="4133088"/>
            <a:ext cx="64008" cy="17922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9808" y="418795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BUILD / VERSION CONTROL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69808" y="452628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Maven and Git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10 / TESTING &amp; VALIDATION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 documented test plan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Test targets for each part of the system; outcomes are recorded by running the suite.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15179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UNIT TESTS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4860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Queue ordering, worker lifecycle, rejection policies, shutdown.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1636" y="178308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892808"/>
            <a:ext cx="64008" cy="151790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956" y="194767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CONCURRENCY TESTS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2286000"/>
            <a:ext cx="4860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Many producers: races, deadlocks and lost tasks.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858768"/>
            <a:ext cx="64008" cy="15179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9136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LOAD AND STRESS TESTS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251960"/>
            <a:ext cx="4860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Burst traffic: back-pressure and memory behaviour.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1636" y="374904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1636" y="3858768"/>
            <a:ext cx="64008" cy="151790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05956" y="39136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FAULT TESTS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05956" y="4251960"/>
            <a:ext cx="4860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Throwing tasks and interrupted threads must not kill the pool.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48640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45"/>
                </a:solidFill>
              </a:rPr>
              <a:t>Validation step: run  mvn test  and record the actual output.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11 / 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Throughput by configuration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Sample data for layout: replace with your measured benchmark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12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173736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737360"/>
            <a:ext cx="3776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7373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45"/>
                </a:solidFill>
              </a:rPr>
              <a:t>3.2x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1737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higher throughput (sample)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0" y="3246120"/>
            <a:ext cx="3776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892D"/>
                </a:solidFill>
              </a:rPr>
              <a:t>45%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3246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lower p95 latency (sample)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0" y="4754880"/>
            <a:ext cx="3776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47548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45"/>
                </a:solidFill>
              </a:rPr>
              <a:t>0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0" y="4754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lost tasks in stress runs (sample)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12 / TEAMWORK &amp; IMPACT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Who benefits, and how the team collaborates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Replace contribution placeholders with the work each member actually completed.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13350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R HEMA MANIKANTA KUMAR REDDY  ·  2520090228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Contribution: [add actual module / responsibility]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0832" y="178308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892808"/>
            <a:ext cx="64008" cy="133502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19476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T VENKATA SIDDARTHA  ·  2520090187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22860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Contribution: [add actual module / responsibility]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178308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892808"/>
            <a:ext cx="64008" cy="133502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75904" y="19476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D SANJAY  ·  2520090133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2860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Contribution: [add actual module / responsibility]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109087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21608"/>
            <a:ext cx="64008" cy="19751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77647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IMPACT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11480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Performance: thread reuse removes creation cost and increases throughput.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Reliability: bounded queues and isolated failures keep the system stable.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Reusability: a clean API suitable for servers, batch jobs and pipelines.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4D45"/>
                </a:solidFill>
              </a:rPr>
              <a:t>13 / CONCLUSION &amp; REPOSITORY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 practical demonstration of operating-system design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Concurrency is valuable when paired with clear architecture and safe coordination.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08792" cy="9144"/>
          </a:xfrm>
          <a:prstGeom prst="rect">
            <a:avLst/>
          </a:prstGeom>
          <a:solidFill>
            <a:srgbClr val="E3DFD2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28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</a:rPr>
              <a:t>THREAD POOL BASED TASK PROCESSING SYSTEM  /  OSSP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4282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4D45"/>
                </a:solidFill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32180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92808"/>
            <a:ext cx="64008" cy="206654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94767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TAKEAWAY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86000"/>
            <a:ext cx="4864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 bounded, adaptive and observable thread pool replaces costly thread-per-task execution and gives a reusable base for concurrent applications.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7064" y="1783080"/>
            <a:ext cx="532180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892808"/>
            <a:ext cx="64008" cy="2066544"/>
          </a:xfrm>
          <a:prstGeom prst="rect">
            <a:avLst/>
          </a:prstGeom>
          <a:solidFill>
            <a:srgbClr val="B8892D"/>
          </a:solidFill>
          <a:ln w="12700">
            <a:solidFill>
              <a:srgbClr val="B889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1384" y="194767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92D"/>
                </a:solidFill>
              </a:rPr>
              <a:t>GITHUB REPOSITORY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01384" y="2286000"/>
            <a:ext cx="4864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Add your real repository URL here: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[PASTE GITHUB REPOSITORY LINK]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407408"/>
            <a:ext cx="64008" cy="1060704"/>
          </a:xfrm>
          <a:prstGeom prst="rect">
            <a:avLst/>
          </a:prstGeom>
          <a:solidFill>
            <a:srgbClr val="1F4D45"/>
          </a:solidFill>
          <a:ln w="12700">
            <a:solidFill>
              <a:srgbClr val="1F4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46227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45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80060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Java SE docs: docs.oracle.com/en/java/javase/17     ·     JUnit 5: junit.org/junit5     ·     JMH: github.com/openjdk/jmh     ·     Maven: maven.apache.org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D45"/>
                </a:solidFill>
              </a:rPr>
              <a:t>THANK YOU  ·  QUESTIONS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1287</Words>
  <Application>Microsoft Office PowerPoint</Application>
  <PresentationFormat>Custom</PresentationFormat>
  <Paragraphs>230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Pool Based Task Processing System</dc:title>
  <dc:subject>PptxGenJS Presentation</dc:subject>
  <dc:creator>PptxGenJS</dc:creator>
  <cp:lastModifiedBy>SIDDU TANNIRU</cp:lastModifiedBy>
  <cp:revision>2</cp:revision>
  <dcterms:created xsi:type="dcterms:W3CDTF">2026-10-17T05:48:54Z</dcterms:created>
  <dcterms:modified xsi:type="dcterms:W3CDTF">2026-10-17T05:58:30Z</dcterms:modified>
</cp:coreProperties>
</file>